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4F71-B67B-BC1B-0B03-FE4473D49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113B5-7983-75D5-EDBF-159DC7FF4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A6DD7-A601-FAE0-2B62-1439A85A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C30E-2E34-A380-A922-30359C89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3602-0FC7-A0B7-8C25-70265761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3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6BF9-8018-D57E-F108-2B3B9DF3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3187F-D15E-9F32-1DC2-9D54CEA0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05E2-4044-4520-F43A-E7868FC2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46C13-EDE7-C283-9E32-9ADD2713F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D5FDC-AE0D-E799-A79D-17F34220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2A83-2CFD-F29C-3184-D377B6AD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98AB7-A532-7F2F-3C25-F69874F9F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C2395-65C5-8598-148E-71979F85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96451-A3D6-A870-28C6-70829CF9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30120-B56D-65B4-F108-491A7E18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97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6615-24A9-279E-ADCF-678DDB24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58B5-4B6E-D36F-1D52-6609FE934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9F7E3-9333-935F-6034-BDDFBE960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2294-8E5D-A57E-34A3-4FFBCF07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36645-6444-2FBC-7644-F0D8E5844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0E35A-D8A8-F50B-AC19-DBCF38DF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6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9C37-7179-C4E7-B761-459A1D43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759E8-A3AF-1D2D-AD1C-70A3DA7B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FB416-A246-49A5-6AA1-1D75DA1F5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C17CB-83E3-1E3B-EE99-E129CF5C3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E7514-213F-9200-E808-27F16E7B4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AB520-7D35-204E-77AE-B984AB9B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8298B-A75A-A5DF-A784-313DD4CD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94E09-A1A1-6372-EB54-8DCD41F3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1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3AB3-E213-C758-538C-B547F03C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5A8F1-C235-E8BB-B2CE-0F2BAD3D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F4E4D-F657-8F46-FCC9-E45A216E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9A92B-B7F4-DE59-ABA4-F9BF831A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C95328-3A10-9713-A052-F410A83A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032A2-390E-9525-1994-9EF2EF2A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87203-47FF-5E03-FBAC-45655549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7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D93B-9195-D578-98AA-CB0D7943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50EB4-BF18-9B19-93A4-E608489A1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B19F5-C7EB-37B3-028D-1103C0D79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6710A-E461-ED40-9716-AEAB5AC15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08347-10C4-4E4D-01C8-ED9656B61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831DB-80BF-3F49-AD0A-E5837813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BE51-87BC-599C-1E40-60DAF28F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EF770-657B-DBB0-9F78-F70264A9B76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A91C0-F419-5176-2B81-404EEE002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50633-E65C-D7E4-A0FB-97C412D7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C11D5-81D3-07DC-522C-6F687CF1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69FE7-0B3F-52C2-93E7-2728DE35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1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029F-240F-2834-9B65-41EB2E5B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E39FE-5D25-C4CA-9661-765C674A5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15768-4BD6-7A9E-90F7-6E0645E7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90C62-676C-C5EF-71DC-8DD8D2E5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6EA4-1F31-81E8-5390-11C6ABE8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3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672F9-36EC-3769-AB83-A0C6D4B0E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73B28-C893-2B48-1091-F5E18AD6A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DCB8-2291-743C-42B7-34BD70ED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4B3E0-9493-6F70-77BE-B49EC0A4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5C2B-95CD-46F1-860C-0A830DB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3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71D953-B2C2-D0DD-FC51-243B748F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DC752-A4BB-B397-A037-ADB5F39C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3F29A-1809-2082-713F-5884034C9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141A6-8DF8-4511-9C26-F0B0EEE367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3D882-83ED-0503-2D7C-EC1EEAC56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ADF8-9C6F-6EAA-71AF-468D40B22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C1AE8-082D-4CCB-872B-07CA80D72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17A0-0A85-F657-7441-EC88CA786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D0234-F42F-A882-9CAB-A1D99D3F7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Kayden Stiehl</a:t>
            </a:r>
          </a:p>
        </p:txBody>
      </p:sp>
    </p:spTree>
    <p:extLst>
      <p:ext uri="{BB962C8B-B14F-4D97-AF65-F5344CB8AC3E}">
        <p14:creationId xmlns:p14="http://schemas.microsoft.com/office/powerpoint/2010/main" val="410171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FDB8B3-F4F9-8DB9-937A-CCBB458663DF}"/>
              </a:ext>
            </a:extLst>
          </p:cNvPr>
          <p:cNvSpPr txBox="1"/>
          <p:nvPr/>
        </p:nvSpPr>
        <p:spPr>
          <a:xfrm>
            <a:off x="3166865" y="2967335"/>
            <a:ext cx="5858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Counter Templates</a:t>
            </a:r>
          </a:p>
        </p:txBody>
      </p:sp>
    </p:spTree>
    <p:extLst>
      <p:ext uri="{BB962C8B-B14F-4D97-AF65-F5344CB8AC3E}">
        <p14:creationId xmlns:p14="http://schemas.microsoft.com/office/powerpoint/2010/main" val="78835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E2F8-7BA8-D7E4-D53E-F4B84506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608B92-DFA5-933D-CB20-F5C594C1E073}"/>
              </a:ext>
            </a:extLst>
          </p:cNvPr>
          <p:cNvSpPr txBox="1"/>
          <p:nvPr/>
        </p:nvSpPr>
        <p:spPr>
          <a:xfrm>
            <a:off x="4280535" y="263464"/>
            <a:ext cx="36309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Up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A23B7A-6CA3-D587-1905-ADEA60F53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84" y="1310456"/>
            <a:ext cx="7978831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2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4AC3-DDC0-11C1-BC9F-491E86B0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864B08-9E93-0C3C-E1F5-864DC6CFFF50}"/>
              </a:ext>
            </a:extLst>
          </p:cNvPr>
          <p:cNvSpPr txBox="1"/>
          <p:nvPr/>
        </p:nvSpPr>
        <p:spPr>
          <a:xfrm>
            <a:off x="3845480" y="273297"/>
            <a:ext cx="45010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Down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5DC956-74E4-DA26-8DCC-6D4BEE8CA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998" y="1790558"/>
            <a:ext cx="8116003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1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1EFD-0727-6504-F05D-84418317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A88B9-8D07-1327-8F85-B496EBC31BF6}"/>
              </a:ext>
            </a:extLst>
          </p:cNvPr>
          <p:cNvSpPr txBox="1"/>
          <p:nvPr/>
        </p:nvSpPr>
        <p:spPr>
          <a:xfrm>
            <a:off x="3275452" y="332290"/>
            <a:ext cx="5641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Modulo-5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66373-A7F9-258C-ED2F-3A9A6897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85" y="1355907"/>
            <a:ext cx="8420830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F507-F26E-C1C0-2546-38C8F40F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A2A295-76A6-3149-EEAD-0E6131DC8370}"/>
              </a:ext>
            </a:extLst>
          </p:cNvPr>
          <p:cNvSpPr txBox="1"/>
          <p:nvPr/>
        </p:nvSpPr>
        <p:spPr>
          <a:xfrm>
            <a:off x="3473423" y="312626"/>
            <a:ext cx="5245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Johnson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A4903-C26C-8D84-37ED-0996CCC22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188" y="1405714"/>
            <a:ext cx="8123624" cy="40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1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E4E8-D966-09E1-FB99-B9137959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E4F6E6-19D4-54E2-7996-31C8E559A21A}"/>
              </a:ext>
            </a:extLst>
          </p:cNvPr>
          <p:cNvSpPr txBox="1"/>
          <p:nvPr/>
        </p:nvSpPr>
        <p:spPr>
          <a:xfrm>
            <a:off x="2429163" y="202094"/>
            <a:ext cx="7333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Down Counter (from 10)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D8DA5-DB43-5C35-204D-B207902DC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69" y="1298563"/>
            <a:ext cx="6729062" cy="426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0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5c88ff-e181-4d0d-9847-3150197fad7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4E2A3C740C641BCAC696E5E069854" ma:contentTypeVersion="9" ma:contentTypeDescription="Create a new document." ma:contentTypeScope="" ma:versionID="640771482de2d6834a970a570fa91daa">
  <xsd:schema xmlns:xsd="http://www.w3.org/2001/XMLSchema" xmlns:xs="http://www.w3.org/2001/XMLSchema" xmlns:p="http://schemas.microsoft.com/office/2006/metadata/properties" xmlns:ns3="5d5c88ff-e181-4d0d-9847-3150197fad76" targetNamespace="http://schemas.microsoft.com/office/2006/metadata/properties" ma:root="true" ma:fieldsID="387bc804a8b0b75988a2898c77607a97" ns3:_="">
    <xsd:import namespace="5d5c88ff-e181-4d0d-9847-3150197fad7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c88ff-e181-4d0d-9847-3150197fad7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A2B34D-AB43-4277-BFA0-A314B92F487D}">
  <ds:schemaRefs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5d5c88ff-e181-4d0d-9847-3150197fad7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D59562E-E63E-4317-A62B-A7173837A1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EA5880-CFBF-4915-888A-BAAF18B074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5c88ff-e181-4d0d-9847-3150197fad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3105</TotalTime>
  <Words>20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Lab 06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Kayden Stiehl</dc:creator>
  <cp:lastModifiedBy>Kayden Stiehl</cp:lastModifiedBy>
  <cp:revision>4</cp:revision>
  <dcterms:created xsi:type="dcterms:W3CDTF">2026-10-20T18:26:50Z</dcterms:created>
  <dcterms:modified xsi:type="dcterms:W3CDTF">2026-10-27T17:39:47Z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0x0101003094E2A3C740C641BCAC696E5E069854</vt:lpwstr>
  </property>
</Properties>
</file>